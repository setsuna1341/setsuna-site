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EED3E-FC4E-9079-DC5A-FC8A06B27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B0C8B4-4D29-2AB3-7B5E-6D0E7B555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7DCEE4-E077-38F7-1500-74AD78BF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013DAE-0D6D-6D00-6F30-25575A03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051309-6940-5731-3F5C-513D7BFE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04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9A3D5-1BA3-E5A5-4234-3B6CE056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2A8DD7-00FF-EE45-56F5-56F1385E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ECC284-38C4-E092-3725-D71D6673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3D44EA-D153-961C-0496-D41A73FA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55B67F-DE9F-52D9-2A03-0BA6FAAE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30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3349D-05A7-8B7F-3FC4-5C435ADD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A9A90E-B256-7C74-F14B-6AB647FE4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58F0B6-204D-4A44-5BE7-E80D10DF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5F8E32-E49F-995F-6460-9978D9633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90BE6A-8991-298B-BA1B-C5CAA38E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14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3300D3-8249-5723-9CF6-E6424DB0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CE2CF7-4541-7A07-51FC-2ADA8DA08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F7CCD7-7920-848B-9F6E-845DEFD3B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ABB3EC-F9AC-3C3F-AF0C-76753B0F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00F9DC-4A36-5B10-E599-6A4A2378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82EC72-126D-3100-8855-CC54FFDB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55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6F1622-A6A2-8406-493A-FDC6C034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103CBB-99A3-7283-77BC-FB40FAAE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7DDCD3-5891-C092-38B2-F059F2CF0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8E8048-5BE5-4A86-1CCD-9EE0AFEF9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4D443B-9872-AD23-3354-EB8581B47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059A4C3-2AA0-E762-4E53-D23F42EC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F15FC1-ED56-BE85-1FB2-20DCF1D4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062773-DA39-2D0E-C9F9-D8D770BB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83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1997B-7729-FE73-E55C-31F59A96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49B508-6272-E9AE-D524-0AC8BCF9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7BC8CD-C822-8A98-52B5-A5E35B9C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1F38BE-81DC-3504-04F5-CA90030E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7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686BD58-C935-9865-BF8B-56E81EA8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6E9555-B4E4-5339-C1DF-72EFA820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F9CD6A-58B3-BCF6-C655-2254E753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199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9A73A5-F876-D2FE-517A-A540903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A11CFA-E4C4-9135-66D6-E8FFA4098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549FE1-76CB-BEC1-F759-001321AE9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74A848-D796-EF73-5B2A-EA18797F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B784A0-67F2-B981-7A1E-2F53A871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992096-6A03-303E-F380-081943F2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024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09BF0-509D-D9DE-2E33-3F443047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D90A7E-06E6-51D6-0BF2-27098151C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FBA81C-8577-5D49-CC1B-A03EE5901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4D7058-7315-61BE-6C56-5D96CA72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6966FF-495B-3996-7B6D-75A6FE4C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DD51B3-9B0A-73DF-E796-7E7D9196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24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A77AB-0078-7899-AE9B-5866F4FE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7DD478-F2C1-F412-7073-6B9708853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7394AA-7FF1-0E3E-C14D-22E3AECB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374B93-99D9-D3E7-F55F-8DCE88E9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D0C399-E8F7-E589-AE70-4309A682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98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2114D6C-4796-25A6-8A48-FA35A4D50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D09B30-E486-8EEE-ECC8-92B0835F2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75A0D6-8B66-B023-2709-C041AB5B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AF4536-868D-4C44-B3E8-5FB63355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54A7DF-0AF8-9E86-9ACC-45A807AD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963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A12379-25B4-1615-F949-4C5DA024B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89DF88-7E89-21E4-56E6-50E18E9B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46C03B-0497-6D99-2B28-D04F42C25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FF638-19EC-4C34-B481-A683DCC4F769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CA6BD5-1BED-BCE5-D83B-B059158C2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276DCE-7140-AA52-6301-D0EAD7628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6BE50-EFEE-4C44-AC7A-1F4078A46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71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0D155C-CED5-CABB-EC5B-111AE0318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1" b="387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3DEA2A7-6AB2-803E-7DD9-50496FFAF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686" y="293914"/>
            <a:ext cx="4702628" cy="62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0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13558F0-4699-D281-EA19-C0643BE57E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3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3rd Single</a:t>
            </a:r>
          </a:p>
          <a:p>
            <a:pPr algn="ctr"/>
            <a:r>
              <a:rPr lang="ja-JP" altLang="en-US" sz="13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リリース</a:t>
            </a:r>
            <a:endParaRPr lang="en-US" altLang="ja-JP" sz="13800" b="1" i="1" dirty="0">
              <a:ln w="57150">
                <a:solidFill>
                  <a:schemeClr val="tx1"/>
                </a:solidFill>
              </a:ln>
              <a:solidFill>
                <a:srgbClr val="CCCC00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571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B62932F-5CDE-C0C9-9846-23F8D8697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1" b="387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73F5CF1-BA47-30FF-6BDF-F7D57105C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5980" cy="812797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0FF9F5-DDC1-D805-DDFF-2AE99FBB7DEE}"/>
              </a:ext>
            </a:extLst>
          </p:cNvPr>
          <p:cNvSpPr txBox="1"/>
          <p:nvPr/>
        </p:nvSpPr>
        <p:spPr>
          <a:xfrm>
            <a:off x="0" y="628233"/>
            <a:ext cx="770963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Re : volution to </a:t>
            </a:r>
            <a:r>
              <a:rPr lang="el-GR" altLang="ja-JP" sz="8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ν</a:t>
            </a:r>
            <a:r>
              <a:rPr lang="en-US" altLang="ja-JP" sz="8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world</a:t>
            </a:r>
            <a:endParaRPr lang="ja-JP" altLang="en-US" sz="8800" b="1" i="1" dirty="0">
              <a:ln w="57150">
                <a:solidFill>
                  <a:schemeClr val="tx1"/>
                </a:solidFill>
              </a:ln>
              <a:solidFill>
                <a:srgbClr val="CCCC00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957A6A-D6BD-CBF0-274C-15468155C792}"/>
              </a:ext>
            </a:extLst>
          </p:cNvPr>
          <p:cNvSpPr txBox="1"/>
          <p:nvPr/>
        </p:nvSpPr>
        <p:spPr>
          <a:xfrm>
            <a:off x="0" y="5323162"/>
            <a:ext cx="63028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MV</a:t>
            </a:r>
            <a:r>
              <a:rPr lang="ja-JP" altLang="en-US" sz="8800" b="1" i="1" dirty="0">
                <a:ln w="57150">
                  <a:solidFill>
                    <a:schemeClr val="tx1"/>
                  </a:solidFill>
                </a:ln>
                <a:solidFill>
                  <a:srgbClr val="CCCC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公開中</a:t>
            </a:r>
          </a:p>
        </p:txBody>
      </p:sp>
    </p:spTree>
    <p:extLst>
      <p:ext uri="{BB962C8B-B14F-4D97-AF65-F5344CB8AC3E}">
        <p14:creationId xmlns:p14="http://schemas.microsoft.com/office/powerpoint/2010/main" val="230932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81FD-5AAE-9ED4-A929-4DB3AC14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B89F074-030C-3F11-1F46-3630730514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ln w="57150">
                  <a:solidFill>
                    <a:schemeClr val="tx1"/>
                  </a:solidFill>
                </a:ln>
                <a:solidFill>
                  <a:srgbClr val="FFFF0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リリース</a:t>
            </a:r>
            <a:br>
              <a:rPr lang="en-US" altLang="ja-JP" sz="13800" dirty="0">
                <a:ln w="57150">
                  <a:solidFill>
                    <a:schemeClr val="tx1"/>
                  </a:solidFill>
                </a:ln>
                <a:solidFill>
                  <a:srgbClr val="FFFF0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</a:br>
            <a:r>
              <a:rPr lang="ja-JP" altLang="en-US" sz="13800" dirty="0">
                <a:ln w="57150">
                  <a:solidFill>
                    <a:schemeClr val="tx1"/>
                  </a:solidFill>
                </a:ln>
                <a:solidFill>
                  <a:srgbClr val="FFFF0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イベント情報</a:t>
            </a:r>
            <a:endParaRPr lang="en-US" altLang="ja-JP" sz="13800" dirty="0">
              <a:ln w="57150">
                <a:solidFill>
                  <a:schemeClr val="tx1"/>
                </a:solidFill>
              </a:ln>
              <a:solidFill>
                <a:srgbClr val="FFFF00"/>
              </a:solidFill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0066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15</Words>
  <Application>Microsoft Office PowerPoint</Application>
  <PresentationFormat>ワイド画面</PresentationFormat>
  <Paragraphs>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HGS創英角ｺﾞｼｯｸUB</vt:lpstr>
      <vt:lpstr>HG創英角ﾎﾟｯﾌﾟ体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祐輔 宮﨑</dc:creator>
  <cp:lastModifiedBy>祐輔 宮﨑</cp:lastModifiedBy>
  <cp:revision>6</cp:revision>
  <dcterms:created xsi:type="dcterms:W3CDTF">2026-04-09T05:19:38Z</dcterms:created>
  <dcterms:modified xsi:type="dcterms:W3CDTF">2026-04-09T06:46:54Z</dcterms:modified>
</cp:coreProperties>
</file>